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Mirror Frame Studio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מראות LED חכמות לעסקים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עיצוב | ייצור | התקנה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קצת עלינו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1005840"/>
            <a:ext cx="1828800" cy="36576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6459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 אנחנו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Frame Studio נוסדה על ידי אמית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מתוך תשוקה לעיצוב ולחדשנות.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אנחנו מתמחים בייצור מראות 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חכמות בהתאמה אישית מלאה 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מעיצוב ועד התקנה.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הערכים שלנו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937760" y="27889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ייצור ישראלי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חומרים פרימיום בלבד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אחריות מלאה על כל מוצר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שירות אישי מההזמנה ועד ההתקנה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מחויבות לשביעות רצון מלאה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הבעיה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1005840"/>
            <a:ext cx="1828800" cy="36576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58775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87752" cy="54864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828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0604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מראות רגילות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4360" y="3108960"/>
            <a:ext cx="23134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מראות סטנדרטיות לא מייצרות חוויה מקצועית ולא בולטות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55848" y="1371600"/>
            <a:ext cx="258775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55848" y="1371600"/>
            <a:ext cx="2587752" cy="54864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8288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260604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תחרות גוברת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93008" y="3108960"/>
            <a:ext cx="23134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עסקי יופי מתחרים על כל לקוח — הם צריכים להיראות הכי טוב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54496" y="1371600"/>
            <a:ext cx="258775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54496" y="1371600"/>
            <a:ext cx="2587752" cy="54864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182880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1656" y="260604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חוסר בידול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391656" y="3108960"/>
            <a:ext cx="23134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 המספרות והסלונים נראים אותו דבר — אין ייחודיות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הפתרון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1005840"/>
            <a:ext cx="1828800" cy="36576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מראות LED חכמות בהתאמה אישית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931920" cy="12344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377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מראה מקצועית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מרימות את הרמה של כל עסק ומייצרות חוויית פרימיום ללקוחות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37760" y="2103120"/>
            <a:ext cx="3931920" cy="12344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3774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משיכת לקוחות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120640" y="2651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יוצרות אפקט WOW שמושך לקוחות חדשים ומייצר שיחה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3931920" cy="12344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7947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מותאמות אישית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22960" y="4069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מראה מיוצרת בהתאמה מדויקת לצרכים ולמידות של העסק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937760" y="3520440"/>
            <a:ext cx="3931920" cy="12344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79476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2064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תוכן ויראלי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5120640" y="4069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מרחב אינסטגרמי שהלקוחות מצלמים ומשתפים — שיווק חינמי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תכונות המוצר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1005840"/>
            <a:ext cx="1828800" cy="36576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258775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5608" y="150876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24028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תאורת LED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תאורה חכמה עם אפשרויות עמעום ושינוי גוונים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1325880"/>
            <a:ext cx="258775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4256" y="150876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6002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7288" y="224028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מידות מותאמות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47288" y="256032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ייצור בכל גודל וצורה לפי דרישות העסק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54496" y="1325880"/>
            <a:ext cx="258775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32904" y="150876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16002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224028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ייצור ישראלי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45936" y="256032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מיוצר בישראל עם חומרי פרימיום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154680"/>
            <a:ext cx="258775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435608" y="333756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" y="34290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" y="406908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אחריות מלאה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48640" y="438912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אחריות יצרן + שירות לאחר מכירה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355848" y="3154680"/>
            <a:ext cx="258775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34256" y="333756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342900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47288" y="406908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התקנה מקצועית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3447288" y="438912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התקנה ע"י צוות מקצועי ומנוסה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54496" y="3154680"/>
            <a:ext cx="258775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232904" y="333756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342900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345936" y="406908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עיצוב יוקרתי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6345936" y="438912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מסגרות פרימיום בסגנונות מודרניים וקלאסיים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גלריית עבודות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1005840"/>
            <a:ext cx="1828800" cy="36576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587752" cy="1645920"/>
          </a:xfrm>
          <a:prstGeom prst="rect">
            <a:avLst/>
          </a:prstGeom>
          <a:solidFill>
            <a:srgbClr val="122240"/>
          </a:solidFill>
          <a:ln w="12700">
            <a:solidFill>
              <a:srgbClr val="BFA046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7830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6888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הוסף תמונה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55848" y="1371600"/>
            <a:ext cx="2587752" cy="1645920"/>
          </a:xfrm>
          <a:prstGeom prst="rect">
            <a:avLst/>
          </a:prstGeom>
          <a:solidFill>
            <a:srgbClr val="122240"/>
          </a:solidFill>
          <a:ln w="12700">
            <a:solidFill>
              <a:srgbClr val="BFA046"/>
            </a:solidFill>
            <a:prstDash val="dash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78308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55848" y="246888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הוסף תמונה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54496" y="1371600"/>
            <a:ext cx="2587752" cy="1645920"/>
          </a:xfrm>
          <a:prstGeom prst="rect">
            <a:avLst/>
          </a:prstGeom>
          <a:solidFill>
            <a:srgbClr val="122240"/>
          </a:solidFill>
          <a:ln w="12700">
            <a:solidFill>
              <a:srgbClr val="BFA046"/>
            </a:solidFill>
            <a:prstDash val="dash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178308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54496" y="246888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הוסף תמונה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3200400"/>
            <a:ext cx="2587752" cy="1645920"/>
          </a:xfrm>
          <a:prstGeom prst="rect">
            <a:avLst/>
          </a:prstGeom>
          <a:solidFill>
            <a:srgbClr val="122240"/>
          </a:solidFill>
          <a:ln w="12700">
            <a:solidFill>
              <a:srgbClr val="BFA046"/>
            </a:solidFill>
            <a:prstDash val="dash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3611880"/>
            <a:ext cx="640080" cy="640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429768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הוסף תמונה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355848" y="3200400"/>
            <a:ext cx="2587752" cy="1645920"/>
          </a:xfrm>
          <a:prstGeom prst="rect">
            <a:avLst/>
          </a:prstGeom>
          <a:solidFill>
            <a:srgbClr val="122240"/>
          </a:solidFill>
          <a:ln w="12700">
            <a:solidFill>
              <a:srgbClr val="BFA046"/>
            </a:solidFill>
            <a:prstDash val="dash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361188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55848" y="429768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הוסף תמונה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254496" y="3200400"/>
            <a:ext cx="2587752" cy="1645920"/>
          </a:xfrm>
          <a:prstGeom prst="rect">
            <a:avLst/>
          </a:prstGeom>
          <a:solidFill>
            <a:srgbClr val="122240"/>
          </a:solidFill>
          <a:ln w="12700">
            <a:solidFill>
              <a:srgbClr val="BFA046"/>
            </a:solidFill>
            <a:prstDash val="dash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904" y="3611880"/>
            <a:ext cx="640080" cy="6400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254496" y="429768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הוסף תמונה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קהל היעד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1005840"/>
            <a:ext cx="1828800" cy="36576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371600"/>
            <a:ext cx="1554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71600"/>
            <a:ext cx="155448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3736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מספרות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7432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מספרות גברים ונשים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11680" y="1371600"/>
            <a:ext cx="1554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371600"/>
            <a:ext cx="155448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13" name="Shape 10"/>
          <p:cNvSpPr/>
          <p:nvPr/>
        </p:nvSpPr>
        <p:spPr>
          <a:xfrm>
            <a:off x="2423160" y="173736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82880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5740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סלוני יופי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05740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סלוני טיפוח וקוסמטיקה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794760" y="1371600"/>
            <a:ext cx="1554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794760" y="1371600"/>
            <a:ext cx="155448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19" name="Shape 15"/>
          <p:cNvSpPr/>
          <p:nvPr/>
        </p:nvSpPr>
        <p:spPr>
          <a:xfrm>
            <a:off x="4206240" y="173736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82880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4048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קליניקות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384048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קליניקות אסתטיקה ועור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577840" y="1371600"/>
            <a:ext cx="1554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577840" y="1371600"/>
            <a:ext cx="155448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25" name="Shape 20"/>
          <p:cNvSpPr/>
          <p:nvPr/>
        </p:nvSpPr>
        <p:spPr>
          <a:xfrm>
            <a:off x="5989320" y="173736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82880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מלונות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62356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לובי, חדרים וספא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360920" y="1371600"/>
            <a:ext cx="1554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360920" y="1371600"/>
            <a:ext cx="155448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31" name="Shape 25"/>
          <p:cNvSpPr/>
          <p:nvPr/>
        </p:nvSpPr>
        <p:spPr>
          <a:xfrm>
            <a:off x="7772400" y="173736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828800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40664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מסעדות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7406640" y="3108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מסעדות ובתי קפה יוקרתיים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מודל עסקי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1005840"/>
            <a:ext cx="1828800" cy="36576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587752" cy="32918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87752" cy="54864"/>
          </a:xfrm>
          <a:prstGeom prst="rect">
            <a:avLst/>
          </a:prstGeom>
          <a:solidFill>
            <a:srgbClr val="AABBC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בסיסי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מראת LED סטנדרטית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31343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מידות קבועות</a:t>
            </a:r>
            <a:endParaRPr lang="en-US" sz="1200" dirty="0"/>
          </a:p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תאורת LED לבנה</a:t>
            </a:r>
            <a:endParaRPr lang="en-US" sz="1200" dirty="0"/>
          </a:p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מסגרת אלומיניום</a:t>
            </a:r>
            <a:endParaRPr lang="en-US" sz="1200" dirty="0"/>
          </a:p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אחריות שנה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1188720"/>
            <a:ext cx="2587752" cy="356616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188720"/>
            <a:ext cx="2587752" cy="54864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1371600"/>
            <a:ext cx="640080" cy="640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447288" y="205740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פרימיום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447288" y="246888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מראה בהתאמה אישית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93008" y="2880360"/>
            <a:ext cx="231343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מידות מותאמות</a:t>
            </a:r>
            <a:endParaRPr lang="en-US" sz="1200" dirty="0"/>
          </a:p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תאורה עם עמעום</a:t>
            </a:r>
            <a:endParaRPr lang="en-US" sz="1200" dirty="0"/>
          </a:p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מסגרת לבחירה</a:t>
            </a:r>
            <a:endParaRPr lang="en-US" sz="1200" dirty="0"/>
          </a:p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אחריות שנתיים</a:t>
            </a:r>
            <a:endParaRPr lang="en-US" sz="1200" dirty="0"/>
          </a:p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התקנה כלולה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54496" y="1371600"/>
            <a:ext cx="2587752" cy="32918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54496" y="1371600"/>
            <a:ext cx="2587752" cy="54864"/>
          </a:xfrm>
          <a:prstGeom prst="rect">
            <a:avLst/>
          </a:prstGeom>
          <a:solidFill>
            <a:srgbClr val="D4B96A"/>
          </a:solidFill>
          <a:ln/>
        </p:spPr>
      </p:sp>
      <p:sp>
        <p:nvSpPr>
          <p:cNvPr id="18" name="Text 15"/>
          <p:cNvSpPr/>
          <p:nvPr/>
        </p:nvSpPr>
        <p:spPr>
          <a:xfrm>
            <a:off x="6345936" y="160020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עסקי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45936" y="201168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 מלא לעסקים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91656" y="2423160"/>
            <a:ext cx="231343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עיצוב מותאם למותג</a:t>
            </a:r>
            <a:endParaRPr lang="en-US" sz="1200" dirty="0"/>
          </a:p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כמויות</a:t>
            </a:r>
            <a:endParaRPr lang="en-US" sz="1200" dirty="0"/>
          </a:p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תאורה חכמה מלאה</a:t>
            </a:r>
            <a:endParaRPr lang="en-US" sz="1200" dirty="0"/>
          </a:p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אחריות שלוש שנים</a:t>
            </a:r>
            <a:endParaRPr lang="en-US" sz="1200" dirty="0"/>
          </a:p>
          <a:p>
            <a:pPr algn="r" marL="342900" indent="-342900">
              <a:buSzPct val="100000"/>
              <a:buChar char="•"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התקנה + תחזוקה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?למה לבחור בנו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1005840"/>
            <a:ext cx="1828800" cy="36576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0" y="1325880"/>
            <a:ext cx="54864" cy="594360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4356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3258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ייצור ישראלי — 100% מיוצר בגאווה בישראל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2039112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0" y="2039112"/>
            <a:ext cx="54864" cy="594360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03911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עיצוב מותאם — כל מראה מתוכננת ספציפית לעסק שלך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31520" y="2752344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0" y="2752344"/>
            <a:ext cx="54864" cy="594360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86207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275234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התקנה מקצועית — צוות מנוסה מגיע אליך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731520" y="3465576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0" y="3465576"/>
            <a:ext cx="54864" cy="594360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575304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346557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אחריות מלאה — עד 3 שנות אחריות יצרן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731520" y="4178808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772400" y="4178808"/>
            <a:ext cx="54864" cy="594360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4288536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417880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עסקים — כבר סומכים עלינו ברחבי הארץ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המספרים מדברים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1005840"/>
            <a:ext cx="1828800" cy="36576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587752" cy="3017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87752" cy="54864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6916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468880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FA0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+50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333756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עסקים כבר בפנים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55848" y="1371600"/>
            <a:ext cx="2587752" cy="3017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55848" y="1371600"/>
            <a:ext cx="2587752" cy="54864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6916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7288" y="2468880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FA0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+10,000</a:t>
            </a:r>
            <a:endParaRPr lang="en-US" sz="4800" dirty="0"/>
          </a:p>
        </p:txBody>
      </p:sp>
      <p:sp>
        <p:nvSpPr>
          <p:cNvPr id="14" name="Text 10"/>
          <p:cNvSpPr/>
          <p:nvPr/>
        </p:nvSpPr>
        <p:spPr>
          <a:xfrm>
            <a:off x="3447288" y="333756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חשיפות אורגניות בחודש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254496" y="1371600"/>
            <a:ext cx="2587752" cy="301752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54496" y="1371600"/>
            <a:ext cx="2587752" cy="54864"/>
          </a:xfrm>
          <a:prstGeom prst="rect">
            <a:avLst/>
          </a:prstGeom>
          <a:solidFill>
            <a:srgbClr val="BFA04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16916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2468880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FA0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/>
          </a:p>
        </p:txBody>
      </p:sp>
      <p:sp>
        <p:nvSpPr>
          <p:cNvPr id="19" name="Text 14"/>
          <p:cNvSpPr/>
          <p:nvPr/>
        </p:nvSpPr>
        <p:spPr>
          <a:xfrm>
            <a:off x="6345936" y="333756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לקוחות מרוצים</a:t>
            </a:r>
            <a:endParaRPr lang="en-US" sz="16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480560"/>
            <a:ext cx="365760" cy="365760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4480560"/>
            <a:ext cx="365760" cy="365760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480560"/>
            <a:ext cx="365760" cy="365760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480560"/>
            <a:ext cx="365760" cy="365760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680" y="44805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!בואו נדבר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מוכנים להרים את הרמה של העסק שלכם?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1737360"/>
            <a:ext cx="2743200" cy="36576"/>
          </a:xfrm>
          <a:prstGeom prst="rect">
            <a:avLst/>
          </a:prstGeom>
          <a:solidFill>
            <a:srgbClr val="BFA046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103120"/>
            <a:ext cx="3383280" cy="10058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331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טלפון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054-XXXXXXX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46320" y="2103120"/>
            <a:ext cx="3383280" cy="10058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3317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שלחו הודעה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97280" y="3291840"/>
            <a:ext cx="3383280" cy="10058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520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אתר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8016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mirrorframestudio.com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4846320" y="3291840"/>
            <a:ext cx="3383280" cy="1005840"/>
          </a:xfrm>
          <a:prstGeom prst="rect">
            <a:avLst/>
          </a:prstGeom>
          <a:solidFill>
            <a:srgbClr val="1222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5204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2920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FA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אימייל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02920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info@mirrorframestudio.com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Frame Studio ©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Mirror Frame Studio - מצגת עסקית</dc:title>
  <dc:subject>PptxGenJS Presentation</dc:subject>
  <dc:creator>Mirror Frame Studio</dc:creator>
  <cp:lastModifiedBy>Mirror Frame Studio</cp:lastModifiedBy>
  <cp:revision>1</cp:revision>
  <dcterms:created xsi:type="dcterms:W3CDTF">2026-03-16T10:58:28Z</dcterms:created>
  <dcterms:modified xsi:type="dcterms:W3CDTF">2026-03-16T10:58:28Z</dcterms:modified>
</cp:coreProperties>
</file>